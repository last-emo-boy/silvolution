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truth：没有一个数字是估出来的。4 种器件 · 4 类生成器 · 已部署。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真实结果：13 个任务 · 4 种器件 · 4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74519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39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38527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938527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≥180 MHz · ≤48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920239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20239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4×12 · 188.5 MHz · 48 DSP · 48 MAC/cyc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203703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49423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26771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67711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≤64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249423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249423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8×8 · 239.6 MHz · 64 DSP · 1005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532887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5786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9689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596895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578607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78607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2×16 · 315–319.5 MHz · 32 DSP · 五级全过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62071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07791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292607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79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≤6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907791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07791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对称 fold=4 · 125.8 MHz · 4 DSP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191255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236975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25526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55263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236975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236975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520439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566159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matmul（聊天 + 追问 fork）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584447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584447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≥160 MHz · ≤32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566159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2+8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3566159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1×1 216.8 → 1×32 · 214.2 MHz · 32 MAC/cyc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849623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895343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高斯卷积（聊天）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91363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913631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 · ≤1500 LUT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895343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3895343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全并行 · 70.6 MHz · 273 LUT · 0 DSP · 2 BRAM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178807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22452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42428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4242815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4224527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4224527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125.7 MHz · 630 LUT · 9 DSP · 4 BRAM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507991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553711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FIR（聊天）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57199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4571999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≤4 DSP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553711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553711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fold=2 · 103.5 MHz · 4 MULT18X18 · 733 LUT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837175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882895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490118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6320" y="4901183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≤16 DSP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882895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882895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153.5 MHz · 16 DSP · 976 LUT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5166359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212079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5230367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5230367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≥40 MHz · ≤8 DSP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5212079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5212079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78.2 MHz · 8 SB_MAC16 · 304 LUT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495543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541263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卷积 · 640 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1840" y="555955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6320" y="5559551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≤1500 LUT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0" y="5541263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5541263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140.2 MHz · 213 LUT · 0 DSP · 2 BRAM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824727"/>
            <a:ext cx="11155680" cy="310896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587044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两级 FIR 级联 8→32 阶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588873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5888735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≤12 DSP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5870447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01000" y="5870447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两级对称 fold=4 · 127.4 MHz · 5 DSP · 989 LUT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PingFang SC"/>
              </a:rPr>
              <a:t>每轮成本：ECP5 / iCE40 / Gowin 15–60 秒（3 个布线种子取中位数），XC7S50 1.5–4 分钟（含五级仿真）。规划器 DeepSeek，每轮一次调用。回归基准集 8/8 通过，平均第 1.6 轮可行。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-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旋钮、关键路径分解条、轨迹图、五级仿真表、RTL、记忆，以及这个设计在这颗芯片上所有历史实测点的 Pareto 前沿（图中 20 个点、10 个非支配）。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平台：生成器 × 器件是一张可以继续长的表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91640"/>
            <a:ext cx="2057400" cy="6858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7248" y="1764792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PingFang SC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202082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F6E67"/>
                </a:solidFill>
                <a:latin typeface="Menlo"/>
              </a:rPr>
              <a:t>LFE5U-45F · yosys + nextpnr · 15–60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1691640"/>
            <a:ext cx="2057400" cy="6858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6088" y="1764792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PingFang SC"/>
              </a:rPr>
              <a:t>Spartan-7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202082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F6E67"/>
                </a:solidFill>
                <a:latin typeface="Menlo"/>
              </a:rPr>
              <a:t>XC7S50 · Vivado 2025.2 · 五级仿真 · 1.5–4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691640"/>
            <a:ext cx="2057400" cy="6858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4928" y="1764792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PingFang SC"/>
              </a:rPr>
              <a:t>iCE40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202082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F6E67"/>
                </a:solidFill>
                <a:latin typeface="Menlo"/>
              </a:rPr>
              <a:t>UP5K · nextpnr-ice40 · 10–40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691640"/>
            <a:ext cx="2057400" cy="6858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768" y="1764792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PingFang SC"/>
              </a:rPr>
              <a:t>Gowin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3768" y="202082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F6E67"/>
                </a:solidFill>
                <a:latin typeface="Menlo"/>
              </a:rPr>
              <a:t>GW1NR-9 · himbächel · 15–60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14600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606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Menlo"/>
              </a:rPr>
              <a:t>matmul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88036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output-stationary systolic INT 阵列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251460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27248" y="277063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66360" y="251460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277063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251460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8" y="277063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51460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3768" y="277063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383280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747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Menlo"/>
              </a:rPr>
              <a:t>fir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490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定系数 FIR：转置 / 折叠 / 对称共享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338328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63931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66360" y="338328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76088" y="363931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338328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24928" y="363931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64040" y="338328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363931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251960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3434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Menlo"/>
              </a:rPr>
              <a:t>conv2d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61772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K×K 流式卷积：BRAM 行缓冲 + 窗口 + 加法树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17520" y="425196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27248" y="450799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66360" y="425196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6088" y="450799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0" y="425196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4928" y="450799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64040" y="425196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73768" y="450799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120640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2120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ECE6"/>
                </a:solidFill>
                <a:latin typeface="Menlo"/>
              </a:rPr>
              <a:t>fir_chain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48640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组合：多级 FIR 经 FIFO 级联（每级独立旋钮）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17520" y="512064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7248" y="537667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66360" y="512064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76088" y="537667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12064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537667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64040" y="5120640"/>
            <a:ext cx="2057400" cy="777240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73768" y="5376672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加一种器件 = backends/ 下一个文件（器件事实 + 跑工具 + 解析报告）；加一类设计 = 一个 IR + 生成器 + 黄金模型 + 估算 + 规划知识。提示词、估算、表单、自然语言解释器都从注册表取。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黑盒原语自己建模：</a:t>
            </a:r>
            <a:r>
              <a:rPr sz="1200" b="0">
                <a:solidFill>
                  <a:srgbClr val="A9A89F"/>
                </a:solidFill>
                <a:latin typeface="PingFang SC"/>
              </a:rPr>
              <a:t>DP16KD / Gowin DPX9B、SP、SPX9、MULT9X9/18X18 的仿真模型按 yosys 的驱动方式写出，所以每个开源后端都能跑综合后网表仿真。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可信 ·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可信与交付：让结论可证明，让结果能直接用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回归基准集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11 个固定规格 × 期望（可行 / 几轮内可行），当作普通任务提交、打分、落盘；`bench show` 并排看最近几次。首轮开源 8 例 8/8，平均第 1.6 轮可行。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多种子 Fmax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开源后端每个设计布线 3 个种子，报中位数并显示区间（ECP5 上 ±3–5%）。规划器也看到区间，不再被一次布线的运气判「差 4 MHz」。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停机必须给证据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规划器只能带着 stop_reason 停：触到了哪个上界（DSP 上限、累加位宽下限、器件本征级）、试过哪些旋钮没用。叙述里直接说「为什么停」。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跨运行 Pareto 前沿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同一设计类型在同一芯片上的所有实测点，取非支配集；「≥180 MHz、≤32 DSP 最好能到多少」直接从 20 个实测点里回答，不用重新跑。聊天回答也用它。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功耗维度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Vivado report_power 动态功耗 → power_mw，可作约束 max_power_mw 和目标 minimize_power。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5926"/>
                </a:solidFill>
                <a:latin typeface="PingFang SC"/>
              </a:rPr>
              <a:t>交付包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zip：RTL + AXI4-Stream 包装（带输出 FIFO，随机反压下验证）+ 自检向量 testbench + 工具报告 + 轨迹 + README。拖进 Vivado IP Integrator 就能用。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和最新文献的关系：我们把「意图 IR + 真实 EDA 反馈 + 经验池」做成了产品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HINT (arXiv 2608.07625)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5564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规格与 RTL 之间插一层可执行的「硬件意图」IR，RTL 前就能检查；7/7 可综合，面积比手写低 5–26%。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5564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我们的架构 IR 就是这一层——但它只有十几个旋钮，由确定性生成器落地，正确性靠构造而非检查。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RTLScout (Huawei, 2606.06530)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ReAct 智能体 + Yosys/OpenROAD 反馈，多次运行共享精英池和「经验」，FP16 乘法器面积 −35%、延迟 −45%。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5292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设计记忆 = 他们的 lessons，但每条带情境/动作/实测效果，并由后续运行自动确认或推翻。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REvolution (ASP-DAC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020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进化算法 + LLM：种群、Thought/Code/Feedback 三元组、六种提示算子、PPA 适应度；VerilogEval 95.5%。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我们每轮取 ≤3 候选、闭式估算筛选只送 1 个进 EDA——在真实 P&amp;R 每轮分钟级的预算下比种群更省。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3776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CRADLE / ResBench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04748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多智能体会话式 DSE 面向 FPGA 资源目标；ResBench 是首个资源感知的 FPGA 生成基准（56 题）。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4748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我们的基准集是任务级（约束 + 期望轮数），衡量的是「闭环能否收敛」而不是单次生成。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共同结论：LLM 的价值来自「推理 + 外部定量反馈」，而不是生成质量本身。我们的反馈是真实布局布线 + 五级仿真，每轮都是。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12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X；ECP5 的 cells_sim.v 重复 include 要去重；yosys 的 DP16KD / Gowin BRAM / MULT 都是黑盒，要按它的驱动方式自建仿真模型。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iCE40 / Gowin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nextpnr-ice40 没有 out-of-context → 串行 IO 外壳包住核心再布线；himbächel 必须给引脚约束；synth_gowin 会留下不可放置的 $buf（未驱动的部分总线）→ setundef + opt_clean。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13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路线图：本周做完的，和下一步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已完成（本周）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后端插件化：ECP5 / Spartan-7 / iCE40 / Gowin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第三、四类生成器：conv2d（BRAM）、fir_chain（组合数据通路）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回归基准集 + 多种子 Fmax + 停机证据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跨运行 Pareto 前沿 + 功耗维度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交付包：RTL + AXI-Stream + testbench + 报告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聊天：ETA、替代方案一键追问、会话隔离/重命名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下一步 · 扩大空间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更多生成器：FFT、CORDIC、行缓冲 + 池化、systolic 以外的 matmul 形态（dot-product 折叠）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架构级 A/B：同一规格先在多个生成器间做选择，再在选中者内优化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通用 IR 图：任意 valid/ready 模块按图级联（fir_chain 的推广）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每晚回归常态化 + 记忆/估算退化告警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更远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UltraScale+、Artix-7、GateMate：一个后端文件一个器件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有板后：ILA/VIO 在板验证作为第六级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规范，让别人的生成器接入；设计记忆跨用户共享（可审计）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多模型规划器（DeepSeek / Claude / GPT）A/B 与基准集对照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4 类生成器（matmul、FIR、conv2d、FIR 级联）× 4 种器件（ECP5、Spartan-7、iCE40、Gowin），13 个真实任务达标，最高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 + 3 种子中位数 Fmax，没有一个估算数字进结论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88 条自动验证的设计经验；回归基准 8/8，平均第 1.6 轮可行；交付包含 AXI-Stream 包装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2 天、约 7,100 行 Python/JS，27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