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truth：没有一个数字是估出来的。5 种器件 · 7 类生成器 · 形式等价 · 每晚回归 · 已部署。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真实结果：20+ 个任务 · 5 种器件 · 7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28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110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9110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8928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8928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2×16 · 315–319.5 MHz · 32 DSP · 五级全过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42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1899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2082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082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899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899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414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matmul（并行候选）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054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5054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≥130 MHz · ≤16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871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871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2×8 · 205.3 MHz · 16 MULT · 975 LUT（第 2 轮 3 个候选并行）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386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7843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72 DSP 用满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28026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026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≥150 MHz · ≤72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7843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7843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3×24 · 167.6 MHz · 72 DSP · 72 MAC/cyc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0358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081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位 sin/cos CORDIC · 0 DSP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0998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98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省 LUT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081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081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4 级流水 · 211.8 MHz · 594 LUT · 0 DSP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3329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3787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FIR → CORDIC 数据通路（graph）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3969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3969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≤10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787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33787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218.4 MHz · 1209 LUT · 3 DSP · 1 样本/周期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6301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675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 · 运行时系数端口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6941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GateMate CCGM1A1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6941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6758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36758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对称 fold=2 · 60.3 MHz · 4 CC_MULT · 1028 LUT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39273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730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256 点 16 位 FFT · 自然序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39913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39913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≤20 MULT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39730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9730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cmul=three · 153.9 MHz · 18/20 MULT · 3250 LUT · 8 BRAM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2245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270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 · 五级仿真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2885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42885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≤30 DSP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270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2702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in_pipe_out · 219.8 MHz · 25 DSP · 469 LUT · 五级全过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5217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5674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高斯卷积（聊天）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45857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6320" y="45857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 · ≤1500 LUT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5674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5674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全并行 · 70.6 MHz · 273 LUT · 0 DSP · 2 BRAM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48188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48646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48828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48828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48646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48646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125.7 MHz · 630 LUT · 9 DSP · 4 BRAM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1160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1617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FIR（聊天）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1840" y="51800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6320" y="51800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≤4 DSP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0" y="51617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51617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fold=2 · 103.5 MHz · 4 MULT18X18 · 733 LUT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132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5458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两级 FIR 级联 8→32 阶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54772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≤12 DSP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54589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01000" y="54589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两级对称 fold=4 · 127.4 MHz · 5 DSP · 989 LUT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57104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57561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matmul（聊天 + 追问 fork）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40" y="57744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6320" y="57744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≥160 MHz · ≤32 DSP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0" y="57561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2+8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57561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1×1 216.8 → 1×32 · 214.2 MHz · 32 MAC/cyc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PingFang SC"/>
              </a:rPr>
              <a:t>每轮成本：ECP5 / iCE40 / Gowin 15–60 秒、GateMate 2–4 分钟（3 个布线种子取中位数），XC7S50 1.5–4 分钟（含五级仿真）。规划器 DeepSeek，每轮一次调用，候选可并行评估。回归基准集 14 例，每晚 03:17 自动跑并与上一次比对。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-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旋钮、关键路径分解条、轨迹图、五级仿真表、RTL、记忆，以及这个设计在这颗芯片上所有历史实测点的 Pareto 前沿（图中 20 个点、10 个非支配）。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平台：生成器 × 器件是一张可以继续长的表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LFE5U-45F · nextpnr · 15–60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Spartan-7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XC7S50 · Vivado · 五级仿真 · 1.5–4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iCE40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UP5K · nextpnr-ice40 · 10–40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Gowin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GW1NR-9 · himbächel · 15–60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GateMate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CCGM1A1 · himbächel · 2–4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30428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500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matmul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59689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output-stationary systolic INT 阵列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2907792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29535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320040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定系数 / 运行时系数 FIR：转置 / 折叠 / 对称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3511296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5570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conv2d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380390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K×K 流式卷积：BRAM 行缓冲 + 加法树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1752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6696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4114800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41605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cordic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4074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旋转 / 向量模式，展开或折叠，位精确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1752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5488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4632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6696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5840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4718304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40" y="47640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5010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radix-2 SDF，16–4096 点，4/3/0 乘法器复乘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01752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5488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4632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960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104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6696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5840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" y="532180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53675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graph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通用 IR 图：任意 fir/conv/cordic/fft 节点经 FIFO 级联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01752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5488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4632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9224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6696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05840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加一种器件 = backends/ 下一个文件（器件事实 + 跑工具 + 解析报告）；加一类设计 = 一个 IR + 生成器 + 黄金模型 + 估算 + 规划知识。提示词、估算、表单、自然语言解释器都从注册表取。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黑盒原语自己建模：</a:t>
            </a:r>
            <a:r>
              <a:rPr sz="1100" b="0">
                <a:solidFill>
                  <a:srgbClr val="A9A89F"/>
                </a:solidFill>
                <a:latin typeface="PingFang SC"/>
              </a:rPr>
              <a:t>DP16KD / Gowin BRAM / MULT 的仿真模型按 yosys 的驱动方式写出，所以每个开源后端都能跑综合后网表仿真。Artix-7 后端已写好，等 Vivado 装上器件文件即启用。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可信 ·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可信与交付：让结论可证明，让结果能直接用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形式等价（SymbiYosys BMC）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miter 把「实测过的 RTL」和「同一 IR 的重新生成」接同一组自由输入，逐拍断言所有输出相等；外加流形协议性质（复位期间无 valid、无握手撤回）。正/负对照都验证过：篡改一份就 FAIL。生成器重构从此有闸门。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功能覆盖率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每个 cocotb 测试上报命名 bins（背靠背 / 间隔 / 反压停顿 / 极值操作数 / 帧重启…）进 sim_coverage；「仿真通过」会说明到底练了什么。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每晚回归 + 退化告警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14 个固定规格 × 期望（可行 / 几轮内可行），03:17 由 cron 在 EDA 主机上跑开源后端，与上一份报告逐例比对，退化即标红（/api/bench）。多种子 Fmax：3 个种子取中位数并显示区间。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停机必须给证据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规划器只能带着 stop_reason 停：触到了哪个上界（DSP 上限、累加位宽下限、乘法器本征级）。叙述里直接说「为什么停」；候选并行评估时，次优点也进历史。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跨运行 Pareto + 功耗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同一设计在同一芯片上的所有实测点取非支配集，「≥180 MHz、≤32 DSP 最好能到多少」从实测点回答；Vivado report_power → power_mw 可作约束与目标。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5926"/>
                </a:solidFill>
                <a:latin typeface="PingFang SC"/>
              </a:rPr>
              <a:t>交付包 + 板级工程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zip：RTL + AXI4-Stream 包装（FIR 可带 AXI4-Lite 系数端口）+ 自检向量 testbench + 工具报告 + 轨迹 + README + create_vivado.tcl/XDC 或 build_oss.sh。拖进 IP Integrator 就能用。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和最新文献的关系：我们把「意图 IR + 真实 EDA 反馈 + 经验池」做成了产品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HINT (arXiv 2608.07625)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5564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规格与 RTL 之间插一层可执行的「硬件意图」IR，RTL 前就能检查；7/7 可综合，面积比手写低 5–26%。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5564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我们的架构 IR 就是这一层——但它只有十几个旋钮，由确定性生成器落地，正确性靠构造而非检查。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RTLScout (Huawei, 2606.06530)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ReAct 智能体 + Yosys/OpenROAD 反馈，多次运行共享精英池和「经验」，FP16 乘法器面积 −35%、延迟 −45%。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5292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设计记忆 = 他们的 lessons，但每条带情境/动作/实测效果，并由后续运行自动确认或推翻。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REvolution (ASP-DAC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020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进化算法 + LLM：种群、Thought/Code/Feedback 三元组、六种提示算子、PPA 适应度；VerilogEval 95.5%。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我们每轮取 ≤3 候选、闭式估算筛选只送 1 个进 EDA——在真实 P&amp;R 每轮分钟级的预算下比种群更省。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3776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CRADLE / ResBench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04748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多智能体会话式 DSE 面向 FPGA 资源目标；ResBench 是首个资源感知的 FPGA 生成基准（56 题）。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4748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我们的基准集是任务级（约束 + 期望轮数），衡量的是「闭环能否收敛」而不是单次生成。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共同结论：LLM 的价值来自「推理 + 外部定量反馈」，而不是生成质量本身。我们的反馈是真实布局布线 + 五级仿真，每轮都是。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12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X；ECP5 的 cells_sim.v 重复 include 要去重；yosys 的 DP16KD / Gowin BRAM / MULT 都是黑盒，要按它的驱动方式自建仿真模型。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iCE40 / Gowin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nextpnr-ice40 没有 out-of-context → 串行 IO 外壳包住核心再布线；himbächel 必须给引脚约束；synth_gowin 会留下不可放置的 $buf（未驱动的部分总线）→ setundef + opt_clean。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13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路线图：本周做完的，和下一步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已完成（本周）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5 种器件插件：ECP5 / Spartan-7 / iCE40 / Gowin / GateMate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7 类生成器：matmul、FIR(+系数端口)、conv2d、FIR 级联、CORDIC、FFT、通用 IR 图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并行候选评估 + kNN 校准估算（Gowin Fmax 误差 53%→13%）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形式等价 + 覆盖率 + 每晚回归告警 + 多种子 Fmax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交付包含板级工程；规划器多模型 A/B 开关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聊天：ETA、架构替代方案一键追问、会话隔离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下一步 · 扩大空间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Artix-7 / UltraScale+：装上 Vivado 器件文件即启用（后端已写好）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更多节点：池化、滑窗 max、dot-product 折叠 matmul、CIC 抽取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估算器上做贝叶斯优化：用 kNN 后验直接提候选，减少规划器调用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多模型规划器基准对照（DeepSeek-reasoner / Claude / GPT）跑进每晚回归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更远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有板后：ILA/VIO 在板验证作为第六级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规范（/schema 已导出），让外部生成器接入；设计记忆跨用户共享（可审计）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形式等价扩展到跨 IR（折叠 vs 展开同一滤波器）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从 SDF 时序仿真到门级功耗估计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7 类生成器（matmul、FIR、conv2d、FIR 级联、CORDIC、FFT、通用 IR 图）× 5 种器件，20+ 个真实任务达标，最高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 + 3 种子中位数 Fmax + SymbiYosys 形式等价，没有一个估算数字进结论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自动验证的设计经验池；14 例回归每晚自动跑并告警；交付包含 AXI-Stream 包装与板级工程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3 天、约 9,610 行 Python/JS，38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